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98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Sales Dashboard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b="1" dirty="0">
                <a:solidFill>
                  <a:schemeClr val="tx1"/>
                </a:solidFill>
              </a:rPr>
              <a:t>Sneha Patil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sales dashboard provides a comprehensive view of business performance from 2020 to 2022.</a:t>
            </a:r>
          </a:p>
          <a:p>
            <a:r>
              <a:t>It highlights total sales, cost, quantity sold, transactions, states covered, and brand-wise performance.</a:t>
            </a:r>
          </a:p>
          <a:p>
            <a:r>
              <a:t>The dashboard helps management make data-driven decisions quickly.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Performance Indicators (KPIs)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Total Sales: 99 Million</a:t>
            </a:r>
          </a:p>
          <a:p>
            <a:r>
              <a:t>• Total Cost: 76 Million</a:t>
            </a:r>
          </a:p>
          <a:p>
            <a:r>
              <a:t>• Total Quantity Sold: 13K Units</a:t>
            </a:r>
          </a:p>
          <a:p>
            <a:r>
              <a:t>• Total Transactions: 5095</a:t>
            </a:r>
          </a:p>
          <a:p>
            <a:r>
              <a:t>• States Covered: 35</a:t>
            </a:r>
          </a:p>
          <a:p>
            <a:r>
              <a:t>These KPIs give a quick summary of overall business performance.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Total Quantity by Category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bar chart shows the quantity sold for each product category.</a:t>
            </a:r>
          </a:p>
          <a:p>
            <a:r>
              <a:t>Top selling categories include Monitor, Mouse, and CPU.</a:t>
            </a:r>
          </a:p>
          <a:p>
            <a:r>
              <a:t>Low selling categories such as Printer and NIC indicate areas for improvement or promotion.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Sales by State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map visual represents sales distribution across different states in India.</a:t>
            </a:r>
          </a:p>
          <a:p>
            <a:r>
              <a:t>Larger bubbles indicate higher sales volume.</a:t>
            </a:r>
          </a:p>
          <a:p>
            <a:r>
              <a:t>This helps identify high-performing and low-performing regions.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Total Sales by Brand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pie chart shows contribution of different brands to total sales.</a:t>
            </a:r>
          </a:p>
          <a:p>
            <a:r>
              <a:t>Intel, Samsung, and Dell are the top contributing brands.</a:t>
            </a:r>
          </a:p>
          <a:p>
            <a:r>
              <a:t>This helps understand brand performance and customer preference.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Business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Focus more on high-demand categories like Monitors and CPUs.</a:t>
            </a:r>
          </a:p>
          <a:p>
            <a:r>
              <a:t>• Improve marketing strategies for low-performing products.</a:t>
            </a:r>
          </a:p>
          <a:p>
            <a:r>
              <a:t>• Expand operations in high-performing states.</a:t>
            </a:r>
          </a:p>
          <a:p>
            <a:r>
              <a:t>• Strengthen partnerships with top-performing brands.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dashboard provides a clear and interactive overview of sales performance.</a:t>
            </a:r>
          </a:p>
          <a:p>
            <a:r>
              <a:t>It helps management track growth, identify trends, and make informed decisions.</a:t>
            </a:r>
          </a:p>
          <a:p>
            <a:r>
              <a:t>Overall, it is an effective tool for sales analysis and strategic planning.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282</Words>
  <Application>Microsoft Office PowerPoint</Application>
  <PresentationFormat>On-screen Show (4:3)</PresentationFormat>
  <Paragraphs>34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Sales Dashboard Analysis</vt:lpstr>
      <vt:lpstr>Dashboard Overview</vt:lpstr>
      <vt:lpstr>Key Performance Indicators (KPIs)</vt:lpstr>
      <vt:lpstr>Total Quantity by Category</vt:lpstr>
      <vt:lpstr>Sales by State</vt:lpstr>
      <vt:lpstr>Total Sales by Brand</vt:lpstr>
      <vt:lpstr>Key Business Insights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SONALI PATIL</dc:creator>
  <cp:keywords/>
  <dc:description>generated using python-pptx</dc:description>
  <cp:lastModifiedBy>SONALI PATIL</cp:lastModifiedBy>
  <cp:revision>2</cp:revision>
  <dcterms:created xsi:type="dcterms:W3CDTF">2013-01-27T09:14:16Z</dcterms:created>
  <dcterms:modified xsi:type="dcterms:W3CDTF">2026-02-16T14:57:17Z</dcterms:modified>
  <cp:category/>
</cp:coreProperties>
</file>